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9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979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28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71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45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108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376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927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70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74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560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1DA469-2A2F-43D7-AC5D-76B1977DD7C6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9A6949E-CCFA-4263-8620-A1193B94A738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26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C2D60-7FFB-4FC5-7C3A-99CC9AE8B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LOW FI PROTOTYPE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321793F-F818-FEA2-E8B5-3156E2A3A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Buzi sajmir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2235702-0E33-FE71-2AD5-C5C713F09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157" y="18781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1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alligrafia, schizzo, Carattere&#10;&#10;Il contenuto generato dall'IA potrebbe non essere corretto.">
            <a:extLst>
              <a:ext uri="{FF2B5EF4-FFF2-40B4-BE49-F238E27FC236}">
                <a16:creationId xmlns:a16="http://schemas.microsoft.com/office/drawing/2014/main" id="{6A409FEC-D3D9-B81F-7239-5EF81083A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135" y="0"/>
            <a:ext cx="2451790" cy="3177319"/>
          </a:xfrm>
          <a:prstGeom prst="rect">
            <a:avLst/>
          </a:prstGeom>
        </p:spPr>
      </p:pic>
      <p:pic>
        <p:nvPicPr>
          <p:cNvPr id="7" name="Immagine 6" descr="Immagine che contiene testo, schermata, Carattere, calligrafia&#10;&#10;Il contenuto generato dall'IA potrebbe non essere corretto.">
            <a:extLst>
              <a:ext uri="{FF2B5EF4-FFF2-40B4-BE49-F238E27FC236}">
                <a16:creationId xmlns:a16="http://schemas.microsoft.com/office/drawing/2014/main" id="{EDFB03BD-2A8D-B67C-5198-83A929024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781" y="2911790"/>
            <a:ext cx="2124925" cy="3413495"/>
          </a:xfrm>
          <a:prstGeom prst="rect">
            <a:avLst/>
          </a:prstGeom>
        </p:spPr>
      </p:pic>
      <p:pic>
        <p:nvPicPr>
          <p:cNvPr id="9" name="Immagine 8" descr="Immagine che contiene testo, schizzo, Carattere, calligrafia&#10;&#10;Il contenuto generato dall'IA potrebbe non essere corretto.">
            <a:extLst>
              <a:ext uri="{FF2B5EF4-FFF2-40B4-BE49-F238E27FC236}">
                <a16:creationId xmlns:a16="http://schemas.microsoft.com/office/drawing/2014/main" id="{8462B512-5BB9-F5F5-0574-6B3221317E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610" y="2889806"/>
            <a:ext cx="2103502" cy="3413495"/>
          </a:xfrm>
          <a:prstGeom prst="rect">
            <a:avLst/>
          </a:prstGeom>
        </p:spPr>
      </p:pic>
      <p:pic>
        <p:nvPicPr>
          <p:cNvPr id="11" name="Immagine 10" descr="Immagine che contiene testo, disegno, schizzo, calligrafia&#10;&#10;Il contenuto generato dall'IA potrebbe non essere corretto.">
            <a:extLst>
              <a:ext uri="{FF2B5EF4-FFF2-40B4-BE49-F238E27FC236}">
                <a16:creationId xmlns:a16="http://schemas.microsoft.com/office/drawing/2014/main" id="{8B957200-4C1F-6240-A3BD-9B41AC12D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336" y="3610464"/>
            <a:ext cx="1742786" cy="2562210"/>
          </a:xfrm>
          <a:prstGeom prst="rect">
            <a:avLst/>
          </a:prstGeom>
        </p:spPr>
      </p:pic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44511BAF-ABC6-B2AF-720B-24852FBCBEF3}"/>
              </a:ext>
            </a:extLst>
          </p:cNvPr>
          <p:cNvSpPr/>
          <p:nvPr/>
        </p:nvSpPr>
        <p:spPr>
          <a:xfrm>
            <a:off x="5440101" y="2889806"/>
            <a:ext cx="1041530" cy="2037818"/>
          </a:xfrm>
          <a:custGeom>
            <a:avLst/>
            <a:gdLst>
              <a:gd name="connsiteX0" fmla="*/ 995423 w 1020362"/>
              <a:gd name="connsiteY0" fmla="*/ 0 h 2098119"/>
              <a:gd name="connsiteX1" fmla="*/ 1006998 w 1020362"/>
              <a:gd name="connsiteY1" fmla="*/ 949124 h 2098119"/>
              <a:gd name="connsiteX2" fmla="*/ 983848 w 1020362"/>
              <a:gd name="connsiteY2" fmla="*/ 1064871 h 2098119"/>
              <a:gd name="connsiteX3" fmla="*/ 914400 w 1020362"/>
              <a:gd name="connsiteY3" fmla="*/ 1273216 h 2098119"/>
              <a:gd name="connsiteX4" fmla="*/ 891251 w 1020362"/>
              <a:gd name="connsiteY4" fmla="*/ 1365813 h 2098119"/>
              <a:gd name="connsiteX5" fmla="*/ 879676 w 1020362"/>
              <a:gd name="connsiteY5" fmla="*/ 1423686 h 2098119"/>
              <a:gd name="connsiteX6" fmla="*/ 856527 w 1020362"/>
              <a:gd name="connsiteY6" fmla="*/ 1469985 h 2098119"/>
              <a:gd name="connsiteX7" fmla="*/ 844952 w 1020362"/>
              <a:gd name="connsiteY7" fmla="*/ 1516284 h 2098119"/>
              <a:gd name="connsiteX8" fmla="*/ 787079 w 1020362"/>
              <a:gd name="connsiteY8" fmla="*/ 1643605 h 2098119"/>
              <a:gd name="connsiteX9" fmla="*/ 706056 w 1020362"/>
              <a:gd name="connsiteY9" fmla="*/ 1782502 h 2098119"/>
              <a:gd name="connsiteX10" fmla="*/ 671332 w 1020362"/>
              <a:gd name="connsiteY10" fmla="*/ 1817226 h 2098119"/>
              <a:gd name="connsiteX11" fmla="*/ 636608 w 1020362"/>
              <a:gd name="connsiteY11" fmla="*/ 1863524 h 2098119"/>
              <a:gd name="connsiteX12" fmla="*/ 590309 w 1020362"/>
              <a:gd name="connsiteY12" fmla="*/ 1898248 h 2098119"/>
              <a:gd name="connsiteX13" fmla="*/ 439838 w 1020362"/>
              <a:gd name="connsiteY13" fmla="*/ 2025570 h 2098119"/>
              <a:gd name="connsiteX14" fmla="*/ 370390 w 1020362"/>
              <a:gd name="connsiteY14" fmla="*/ 2071869 h 2098119"/>
              <a:gd name="connsiteX15" fmla="*/ 335666 w 1020362"/>
              <a:gd name="connsiteY15" fmla="*/ 2095018 h 2098119"/>
              <a:gd name="connsiteX16" fmla="*/ 0 w 1020362"/>
              <a:gd name="connsiteY16" fmla="*/ 2095018 h 209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20362" h="2098119">
                <a:moveTo>
                  <a:pt x="995423" y="0"/>
                </a:moveTo>
                <a:cubicBezTo>
                  <a:pt x="1017740" y="435183"/>
                  <a:pt x="1032352" y="501199"/>
                  <a:pt x="1006998" y="949124"/>
                </a:cubicBezTo>
                <a:cubicBezTo>
                  <a:pt x="1004774" y="988408"/>
                  <a:pt x="991210" y="1026219"/>
                  <a:pt x="983848" y="1064871"/>
                </a:cubicBezTo>
                <a:cubicBezTo>
                  <a:pt x="953083" y="1226388"/>
                  <a:pt x="983580" y="1152151"/>
                  <a:pt x="914400" y="1273216"/>
                </a:cubicBezTo>
                <a:cubicBezTo>
                  <a:pt x="906684" y="1304082"/>
                  <a:pt x="897491" y="1334615"/>
                  <a:pt x="891251" y="1365813"/>
                </a:cubicBezTo>
                <a:cubicBezTo>
                  <a:pt x="887393" y="1385104"/>
                  <a:pt x="885897" y="1405022"/>
                  <a:pt x="879676" y="1423686"/>
                </a:cubicBezTo>
                <a:cubicBezTo>
                  <a:pt x="874220" y="1440055"/>
                  <a:pt x="862585" y="1453829"/>
                  <a:pt x="856527" y="1469985"/>
                </a:cubicBezTo>
                <a:cubicBezTo>
                  <a:pt x="850941" y="1484880"/>
                  <a:pt x="849322" y="1500988"/>
                  <a:pt x="844952" y="1516284"/>
                </a:cubicBezTo>
                <a:cubicBezTo>
                  <a:pt x="831689" y="1562703"/>
                  <a:pt x="812741" y="1599612"/>
                  <a:pt x="787079" y="1643605"/>
                </a:cubicBezTo>
                <a:cubicBezTo>
                  <a:pt x="760071" y="1689904"/>
                  <a:pt x="743957" y="1744601"/>
                  <a:pt x="706056" y="1782502"/>
                </a:cubicBezTo>
                <a:cubicBezTo>
                  <a:pt x="694481" y="1794077"/>
                  <a:pt x="681985" y="1804798"/>
                  <a:pt x="671332" y="1817226"/>
                </a:cubicBezTo>
                <a:cubicBezTo>
                  <a:pt x="658778" y="1831873"/>
                  <a:pt x="650249" y="1849883"/>
                  <a:pt x="636608" y="1863524"/>
                </a:cubicBezTo>
                <a:cubicBezTo>
                  <a:pt x="622967" y="1877165"/>
                  <a:pt x="604530" y="1885212"/>
                  <a:pt x="590309" y="1898248"/>
                </a:cubicBezTo>
                <a:cubicBezTo>
                  <a:pt x="453249" y="2023887"/>
                  <a:pt x="549859" y="1959558"/>
                  <a:pt x="439838" y="2025570"/>
                </a:cubicBezTo>
                <a:cubicBezTo>
                  <a:pt x="399151" y="2086602"/>
                  <a:pt x="440150" y="2041972"/>
                  <a:pt x="370390" y="2071869"/>
                </a:cubicBezTo>
                <a:cubicBezTo>
                  <a:pt x="357604" y="2077349"/>
                  <a:pt x="349550" y="2094150"/>
                  <a:pt x="335666" y="2095018"/>
                </a:cubicBezTo>
                <a:cubicBezTo>
                  <a:pt x="223995" y="2101997"/>
                  <a:pt x="111889" y="2095018"/>
                  <a:pt x="0" y="2095018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igura a mano libera: forma 15">
            <a:extLst>
              <a:ext uri="{FF2B5EF4-FFF2-40B4-BE49-F238E27FC236}">
                <a16:creationId xmlns:a16="http://schemas.microsoft.com/office/drawing/2014/main" id="{D5158665-603D-A15D-D95E-C7743799802D}"/>
              </a:ext>
            </a:extLst>
          </p:cNvPr>
          <p:cNvSpPr/>
          <p:nvPr/>
        </p:nvSpPr>
        <p:spPr>
          <a:xfrm>
            <a:off x="6099858" y="2893671"/>
            <a:ext cx="1689904" cy="810291"/>
          </a:xfrm>
          <a:custGeom>
            <a:avLst/>
            <a:gdLst>
              <a:gd name="connsiteX0" fmla="*/ 0 w 1689904"/>
              <a:gd name="connsiteY0" fmla="*/ 0 h 810291"/>
              <a:gd name="connsiteX1" fmla="*/ 92598 w 1689904"/>
              <a:gd name="connsiteY1" fmla="*/ 34724 h 810291"/>
              <a:gd name="connsiteX2" fmla="*/ 127322 w 1689904"/>
              <a:gd name="connsiteY2" fmla="*/ 69448 h 810291"/>
              <a:gd name="connsiteX3" fmla="*/ 173620 w 1689904"/>
              <a:gd name="connsiteY3" fmla="*/ 92597 h 810291"/>
              <a:gd name="connsiteX4" fmla="*/ 208345 w 1689904"/>
              <a:gd name="connsiteY4" fmla="*/ 127321 h 810291"/>
              <a:gd name="connsiteX5" fmla="*/ 289367 w 1689904"/>
              <a:gd name="connsiteY5" fmla="*/ 150471 h 810291"/>
              <a:gd name="connsiteX6" fmla="*/ 324091 w 1689904"/>
              <a:gd name="connsiteY6" fmla="*/ 162045 h 810291"/>
              <a:gd name="connsiteX7" fmla="*/ 370390 w 1689904"/>
              <a:gd name="connsiteY7" fmla="*/ 185195 h 810291"/>
              <a:gd name="connsiteX8" fmla="*/ 544010 w 1689904"/>
              <a:gd name="connsiteY8" fmla="*/ 208344 h 810291"/>
              <a:gd name="connsiteX9" fmla="*/ 659757 w 1689904"/>
              <a:gd name="connsiteY9" fmla="*/ 243068 h 810291"/>
              <a:gd name="connsiteX10" fmla="*/ 706056 w 1689904"/>
              <a:gd name="connsiteY10" fmla="*/ 254643 h 810291"/>
              <a:gd name="connsiteX11" fmla="*/ 752355 w 1689904"/>
              <a:gd name="connsiteY11" fmla="*/ 277792 h 810291"/>
              <a:gd name="connsiteX12" fmla="*/ 821803 w 1689904"/>
              <a:gd name="connsiteY12" fmla="*/ 300942 h 810291"/>
              <a:gd name="connsiteX13" fmla="*/ 891251 w 1689904"/>
              <a:gd name="connsiteY13" fmla="*/ 335666 h 810291"/>
              <a:gd name="connsiteX14" fmla="*/ 949124 w 1689904"/>
              <a:gd name="connsiteY14" fmla="*/ 358815 h 810291"/>
              <a:gd name="connsiteX15" fmla="*/ 1053296 w 1689904"/>
              <a:gd name="connsiteY15" fmla="*/ 416688 h 810291"/>
              <a:gd name="connsiteX16" fmla="*/ 1134319 w 1689904"/>
              <a:gd name="connsiteY16" fmla="*/ 451413 h 810291"/>
              <a:gd name="connsiteX17" fmla="*/ 1296365 w 1689904"/>
              <a:gd name="connsiteY17" fmla="*/ 555585 h 810291"/>
              <a:gd name="connsiteX18" fmla="*/ 1412112 w 1689904"/>
              <a:gd name="connsiteY18" fmla="*/ 601883 h 810291"/>
              <a:gd name="connsiteX19" fmla="*/ 1516284 w 1689904"/>
              <a:gd name="connsiteY19" fmla="*/ 648182 h 810291"/>
              <a:gd name="connsiteX20" fmla="*/ 1597307 w 1689904"/>
              <a:gd name="connsiteY20" fmla="*/ 706056 h 810291"/>
              <a:gd name="connsiteX21" fmla="*/ 1632031 w 1689904"/>
              <a:gd name="connsiteY21" fmla="*/ 740780 h 810291"/>
              <a:gd name="connsiteX22" fmla="*/ 1666755 w 1689904"/>
              <a:gd name="connsiteY22" fmla="*/ 763929 h 810291"/>
              <a:gd name="connsiteX23" fmla="*/ 1689904 w 1689904"/>
              <a:gd name="connsiteY23" fmla="*/ 810228 h 810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89904" h="810291">
                <a:moveTo>
                  <a:pt x="0" y="0"/>
                </a:moveTo>
                <a:cubicBezTo>
                  <a:pt x="30866" y="11575"/>
                  <a:pt x="63658" y="18939"/>
                  <a:pt x="92598" y="34724"/>
                </a:cubicBezTo>
                <a:cubicBezTo>
                  <a:pt x="106968" y="42562"/>
                  <a:pt x="114002" y="59934"/>
                  <a:pt x="127322" y="69448"/>
                </a:cubicBezTo>
                <a:cubicBezTo>
                  <a:pt x="141362" y="79477"/>
                  <a:pt x="159580" y="82568"/>
                  <a:pt x="173620" y="92597"/>
                </a:cubicBezTo>
                <a:cubicBezTo>
                  <a:pt x="186940" y="102111"/>
                  <a:pt x="193704" y="120000"/>
                  <a:pt x="208345" y="127321"/>
                </a:cubicBezTo>
                <a:cubicBezTo>
                  <a:pt x="233468" y="139882"/>
                  <a:pt x="262463" y="142400"/>
                  <a:pt x="289367" y="150471"/>
                </a:cubicBezTo>
                <a:cubicBezTo>
                  <a:pt x="301053" y="153977"/>
                  <a:pt x="312877" y="157239"/>
                  <a:pt x="324091" y="162045"/>
                </a:cubicBezTo>
                <a:cubicBezTo>
                  <a:pt x="339951" y="168842"/>
                  <a:pt x="353505" y="181640"/>
                  <a:pt x="370390" y="185195"/>
                </a:cubicBezTo>
                <a:cubicBezTo>
                  <a:pt x="427523" y="197223"/>
                  <a:pt x="486137" y="200628"/>
                  <a:pt x="544010" y="208344"/>
                </a:cubicBezTo>
                <a:cubicBezTo>
                  <a:pt x="596751" y="225925"/>
                  <a:pt x="586869" y="223190"/>
                  <a:pt x="659757" y="243068"/>
                </a:cubicBezTo>
                <a:cubicBezTo>
                  <a:pt x="675104" y="247254"/>
                  <a:pt x="691161" y="249057"/>
                  <a:pt x="706056" y="254643"/>
                </a:cubicBezTo>
                <a:cubicBezTo>
                  <a:pt x="722212" y="260701"/>
                  <a:pt x="736335" y="271384"/>
                  <a:pt x="752355" y="277792"/>
                </a:cubicBezTo>
                <a:cubicBezTo>
                  <a:pt x="775011" y="286855"/>
                  <a:pt x="799278" y="291557"/>
                  <a:pt x="821803" y="300942"/>
                </a:cubicBezTo>
                <a:cubicBezTo>
                  <a:pt x="845694" y="310897"/>
                  <a:pt x="867689" y="324956"/>
                  <a:pt x="891251" y="335666"/>
                </a:cubicBezTo>
                <a:cubicBezTo>
                  <a:pt x="910166" y="344264"/>
                  <a:pt x="930540" y="349523"/>
                  <a:pt x="949124" y="358815"/>
                </a:cubicBezTo>
                <a:cubicBezTo>
                  <a:pt x="984653" y="376579"/>
                  <a:pt x="1017767" y="398923"/>
                  <a:pt x="1053296" y="416688"/>
                </a:cubicBezTo>
                <a:cubicBezTo>
                  <a:pt x="1079577" y="429829"/>
                  <a:pt x="1108038" y="438272"/>
                  <a:pt x="1134319" y="451413"/>
                </a:cubicBezTo>
                <a:cubicBezTo>
                  <a:pt x="1225438" y="496973"/>
                  <a:pt x="1178188" y="493387"/>
                  <a:pt x="1296365" y="555585"/>
                </a:cubicBezTo>
                <a:cubicBezTo>
                  <a:pt x="1333137" y="574939"/>
                  <a:pt x="1373814" y="585758"/>
                  <a:pt x="1412112" y="601883"/>
                </a:cubicBezTo>
                <a:cubicBezTo>
                  <a:pt x="1447133" y="616629"/>
                  <a:pt x="1481560" y="632749"/>
                  <a:pt x="1516284" y="648182"/>
                </a:cubicBezTo>
                <a:cubicBezTo>
                  <a:pt x="1574904" y="706805"/>
                  <a:pt x="1489744" y="625384"/>
                  <a:pt x="1597307" y="706056"/>
                </a:cubicBezTo>
                <a:cubicBezTo>
                  <a:pt x="1610402" y="715877"/>
                  <a:pt x="1619456" y="730301"/>
                  <a:pt x="1632031" y="740780"/>
                </a:cubicBezTo>
                <a:cubicBezTo>
                  <a:pt x="1642718" y="749686"/>
                  <a:pt x="1655180" y="756213"/>
                  <a:pt x="1666755" y="763929"/>
                </a:cubicBezTo>
                <a:cubicBezTo>
                  <a:pt x="1679265" y="813971"/>
                  <a:pt x="1662421" y="810228"/>
                  <a:pt x="1689904" y="810228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igura a mano libera: forma 21">
            <a:extLst>
              <a:ext uri="{FF2B5EF4-FFF2-40B4-BE49-F238E27FC236}">
                <a16:creationId xmlns:a16="http://schemas.microsoft.com/office/drawing/2014/main" id="{0917718E-5E42-9840-C90D-8A3CE22BC89F}"/>
              </a:ext>
            </a:extLst>
          </p:cNvPr>
          <p:cNvSpPr/>
          <p:nvPr/>
        </p:nvSpPr>
        <p:spPr>
          <a:xfrm>
            <a:off x="6329680" y="1531366"/>
            <a:ext cx="4246880" cy="2014686"/>
          </a:xfrm>
          <a:custGeom>
            <a:avLst/>
            <a:gdLst>
              <a:gd name="connsiteX0" fmla="*/ 0 w 4246880"/>
              <a:gd name="connsiteY0" fmla="*/ 287274 h 2014686"/>
              <a:gd name="connsiteX1" fmla="*/ 223520 w 4246880"/>
              <a:gd name="connsiteY1" fmla="*/ 226314 h 2014686"/>
              <a:gd name="connsiteX2" fmla="*/ 447040 w 4246880"/>
              <a:gd name="connsiteY2" fmla="*/ 185674 h 2014686"/>
              <a:gd name="connsiteX3" fmla="*/ 579120 w 4246880"/>
              <a:gd name="connsiteY3" fmla="*/ 155194 h 2014686"/>
              <a:gd name="connsiteX4" fmla="*/ 660400 w 4246880"/>
              <a:gd name="connsiteY4" fmla="*/ 145034 h 2014686"/>
              <a:gd name="connsiteX5" fmla="*/ 965200 w 4246880"/>
              <a:gd name="connsiteY5" fmla="*/ 84074 h 2014686"/>
              <a:gd name="connsiteX6" fmla="*/ 1209040 w 4246880"/>
              <a:gd name="connsiteY6" fmla="*/ 33274 h 2014686"/>
              <a:gd name="connsiteX7" fmla="*/ 1422400 w 4246880"/>
              <a:gd name="connsiteY7" fmla="*/ 23114 h 2014686"/>
              <a:gd name="connsiteX8" fmla="*/ 2052320 w 4246880"/>
              <a:gd name="connsiteY8" fmla="*/ 33274 h 2014686"/>
              <a:gd name="connsiteX9" fmla="*/ 2153920 w 4246880"/>
              <a:gd name="connsiteY9" fmla="*/ 63754 h 2014686"/>
              <a:gd name="connsiteX10" fmla="*/ 2316480 w 4246880"/>
              <a:gd name="connsiteY10" fmla="*/ 155194 h 2014686"/>
              <a:gd name="connsiteX11" fmla="*/ 2418080 w 4246880"/>
              <a:gd name="connsiteY11" fmla="*/ 236474 h 2014686"/>
              <a:gd name="connsiteX12" fmla="*/ 2570480 w 4246880"/>
              <a:gd name="connsiteY12" fmla="*/ 368554 h 2014686"/>
              <a:gd name="connsiteX13" fmla="*/ 2672080 w 4246880"/>
              <a:gd name="connsiteY13" fmla="*/ 490474 h 2014686"/>
              <a:gd name="connsiteX14" fmla="*/ 2722880 w 4246880"/>
              <a:gd name="connsiteY14" fmla="*/ 561594 h 2014686"/>
              <a:gd name="connsiteX15" fmla="*/ 2844800 w 4246880"/>
              <a:gd name="connsiteY15" fmla="*/ 693674 h 2014686"/>
              <a:gd name="connsiteX16" fmla="*/ 2895600 w 4246880"/>
              <a:gd name="connsiteY16" fmla="*/ 774954 h 2014686"/>
              <a:gd name="connsiteX17" fmla="*/ 2926080 w 4246880"/>
              <a:gd name="connsiteY17" fmla="*/ 825754 h 2014686"/>
              <a:gd name="connsiteX18" fmla="*/ 2956560 w 4246880"/>
              <a:gd name="connsiteY18" fmla="*/ 856234 h 2014686"/>
              <a:gd name="connsiteX19" fmla="*/ 3037840 w 4246880"/>
              <a:gd name="connsiteY19" fmla="*/ 957834 h 2014686"/>
              <a:gd name="connsiteX20" fmla="*/ 3108960 w 4246880"/>
              <a:gd name="connsiteY20" fmla="*/ 1110234 h 2014686"/>
              <a:gd name="connsiteX21" fmla="*/ 3129280 w 4246880"/>
              <a:gd name="connsiteY21" fmla="*/ 1171194 h 2014686"/>
              <a:gd name="connsiteX22" fmla="*/ 3190240 w 4246880"/>
              <a:gd name="connsiteY22" fmla="*/ 1272794 h 2014686"/>
              <a:gd name="connsiteX23" fmla="*/ 3251200 w 4246880"/>
              <a:gd name="connsiteY23" fmla="*/ 1374394 h 2014686"/>
              <a:gd name="connsiteX24" fmla="*/ 3332480 w 4246880"/>
              <a:gd name="connsiteY24" fmla="*/ 1486154 h 2014686"/>
              <a:gd name="connsiteX25" fmla="*/ 3423920 w 4246880"/>
              <a:gd name="connsiteY25" fmla="*/ 1567434 h 2014686"/>
              <a:gd name="connsiteX26" fmla="*/ 3556000 w 4246880"/>
              <a:gd name="connsiteY26" fmla="*/ 1689354 h 2014686"/>
              <a:gd name="connsiteX27" fmla="*/ 3779520 w 4246880"/>
              <a:gd name="connsiteY27" fmla="*/ 1811274 h 2014686"/>
              <a:gd name="connsiteX28" fmla="*/ 3891280 w 4246880"/>
              <a:gd name="connsiteY28" fmla="*/ 1862074 h 2014686"/>
              <a:gd name="connsiteX29" fmla="*/ 3942080 w 4246880"/>
              <a:gd name="connsiteY29" fmla="*/ 1882394 h 2014686"/>
              <a:gd name="connsiteX30" fmla="*/ 3972560 w 4246880"/>
              <a:gd name="connsiteY30" fmla="*/ 1892554 h 2014686"/>
              <a:gd name="connsiteX31" fmla="*/ 4033520 w 4246880"/>
              <a:gd name="connsiteY31" fmla="*/ 1923034 h 2014686"/>
              <a:gd name="connsiteX32" fmla="*/ 4196080 w 4246880"/>
              <a:gd name="connsiteY32" fmla="*/ 1994154 h 2014686"/>
              <a:gd name="connsiteX33" fmla="*/ 4246880 w 4246880"/>
              <a:gd name="connsiteY33" fmla="*/ 2014474 h 201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46880" h="2014686">
                <a:moveTo>
                  <a:pt x="0" y="287274"/>
                </a:moveTo>
                <a:cubicBezTo>
                  <a:pt x="74507" y="266954"/>
                  <a:pt x="147343" y="239010"/>
                  <a:pt x="223520" y="226314"/>
                </a:cubicBezTo>
                <a:cubicBezTo>
                  <a:pt x="328689" y="208786"/>
                  <a:pt x="347640" y="206974"/>
                  <a:pt x="447040" y="185674"/>
                </a:cubicBezTo>
                <a:cubicBezTo>
                  <a:pt x="528111" y="168302"/>
                  <a:pt x="451376" y="177737"/>
                  <a:pt x="579120" y="155194"/>
                </a:cubicBezTo>
                <a:cubicBezTo>
                  <a:pt x="606009" y="150449"/>
                  <a:pt x="633548" y="149980"/>
                  <a:pt x="660400" y="145034"/>
                </a:cubicBezTo>
                <a:cubicBezTo>
                  <a:pt x="762298" y="126263"/>
                  <a:pt x="863766" y="105206"/>
                  <a:pt x="965200" y="84074"/>
                </a:cubicBezTo>
                <a:cubicBezTo>
                  <a:pt x="1046480" y="67141"/>
                  <a:pt x="1126109" y="37223"/>
                  <a:pt x="1209040" y="33274"/>
                </a:cubicBezTo>
                <a:lnTo>
                  <a:pt x="1422400" y="23114"/>
                </a:lnTo>
                <a:cubicBezTo>
                  <a:pt x="1719310" y="-6577"/>
                  <a:pt x="1658644" y="-12150"/>
                  <a:pt x="2052320" y="33274"/>
                </a:cubicBezTo>
                <a:cubicBezTo>
                  <a:pt x="2087445" y="37327"/>
                  <a:pt x="2120813" y="51339"/>
                  <a:pt x="2153920" y="63754"/>
                </a:cubicBezTo>
                <a:cubicBezTo>
                  <a:pt x="2196714" y="79802"/>
                  <a:pt x="2288392" y="138341"/>
                  <a:pt x="2316480" y="155194"/>
                </a:cubicBezTo>
                <a:cubicBezTo>
                  <a:pt x="2441220" y="230038"/>
                  <a:pt x="2288553" y="132852"/>
                  <a:pt x="2418080" y="236474"/>
                </a:cubicBezTo>
                <a:cubicBezTo>
                  <a:pt x="2502163" y="303741"/>
                  <a:pt x="2473800" y="223534"/>
                  <a:pt x="2570480" y="368554"/>
                </a:cubicBezTo>
                <a:cubicBezTo>
                  <a:pt x="2665050" y="510409"/>
                  <a:pt x="2549149" y="345192"/>
                  <a:pt x="2672080" y="490474"/>
                </a:cubicBezTo>
                <a:cubicBezTo>
                  <a:pt x="2690898" y="512714"/>
                  <a:pt x="2703696" y="539669"/>
                  <a:pt x="2722880" y="561594"/>
                </a:cubicBezTo>
                <a:cubicBezTo>
                  <a:pt x="2903854" y="768421"/>
                  <a:pt x="2757988" y="577925"/>
                  <a:pt x="2844800" y="693674"/>
                </a:cubicBezTo>
                <a:cubicBezTo>
                  <a:pt x="2863482" y="768402"/>
                  <a:pt x="2839769" y="703171"/>
                  <a:pt x="2895600" y="774954"/>
                </a:cubicBezTo>
                <a:cubicBezTo>
                  <a:pt x="2907724" y="790542"/>
                  <a:pt x="2914232" y="809956"/>
                  <a:pt x="2926080" y="825754"/>
                </a:cubicBezTo>
                <a:cubicBezTo>
                  <a:pt x="2934701" y="837249"/>
                  <a:pt x="2947279" y="845265"/>
                  <a:pt x="2956560" y="856234"/>
                </a:cubicBezTo>
                <a:cubicBezTo>
                  <a:pt x="2984575" y="889342"/>
                  <a:pt x="3010747" y="923967"/>
                  <a:pt x="3037840" y="957834"/>
                </a:cubicBezTo>
                <a:cubicBezTo>
                  <a:pt x="3126476" y="1194196"/>
                  <a:pt x="3008134" y="891777"/>
                  <a:pt x="3108960" y="1110234"/>
                </a:cubicBezTo>
                <a:cubicBezTo>
                  <a:pt x="3117936" y="1129682"/>
                  <a:pt x="3119701" y="1152036"/>
                  <a:pt x="3129280" y="1171194"/>
                </a:cubicBezTo>
                <a:cubicBezTo>
                  <a:pt x="3146943" y="1206519"/>
                  <a:pt x="3175572" y="1236124"/>
                  <a:pt x="3190240" y="1272794"/>
                </a:cubicBezTo>
                <a:cubicBezTo>
                  <a:pt x="3223476" y="1355884"/>
                  <a:pt x="3193386" y="1294899"/>
                  <a:pt x="3251200" y="1374394"/>
                </a:cubicBezTo>
                <a:cubicBezTo>
                  <a:pt x="3298729" y="1439746"/>
                  <a:pt x="3281148" y="1428406"/>
                  <a:pt x="3332480" y="1486154"/>
                </a:cubicBezTo>
                <a:cubicBezTo>
                  <a:pt x="3366925" y="1524905"/>
                  <a:pt x="3382529" y="1534321"/>
                  <a:pt x="3423920" y="1567434"/>
                </a:cubicBezTo>
                <a:cubicBezTo>
                  <a:pt x="3468547" y="1656688"/>
                  <a:pt x="3420718" y="1576619"/>
                  <a:pt x="3556000" y="1689354"/>
                </a:cubicBezTo>
                <a:cubicBezTo>
                  <a:pt x="3663889" y="1779261"/>
                  <a:pt x="3589391" y="1726772"/>
                  <a:pt x="3779520" y="1811274"/>
                </a:cubicBezTo>
                <a:cubicBezTo>
                  <a:pt x="3816914" y="1827894"/>
                  <a:pt x="3853286" y="1846876"/>
                  <a:pt x="3891280" y="1862074"/>
                </a:cubicBezTo>
                <a:cubicBezTo>
                  <a:pt x="3908213" y="1868847"/>
                  <a:pt x="3925003" y="1875990"/>
                  <a:pt x="3942080" y="1882394"/>
                </a:cubicBezTo>
                <a:cubicBezTo>
                  <a:pt x="3952108" y="1886154"/>
                  <a:pt x="3962773" y="1888204"/>
                  <a:pt x="3972560" y="1892554"/>
                </a:cubicBezTo>
                <a:cubicBezTo>
                  <a:pt x="3993320" y="1901781"/>
                  <a:pt x="4012838" y="1913633"/>
                  <a:pt x="4033520" y="1923034"/>
                </a:cubicBezTo>
                <a:cubicBezTo>
                  <a:pt x="4087364" y="1947509"/>
                  <a:pt x="4142628" y="1968835"/>
                  <a:pt x="4196080" y="1994154"/>
                </a:cubicBezTo>
                <a:cubicBezTo>
                  <a:pt x="4246910" y="2018231"/>
                  <a:pt x="4206187" y="2014474"/>
                  <a:pt x="4246880" y="2014474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igura a mano libera: forma 22">
            <a:extLst>
              <a:ext uri="{FF2B5EF4-FFF2-40B4-BE49-F238E27FC236}">
                <a16:creationId xmlns:a16="http://schemas.microsoft.com/office/drawing/2014/main" id="{956FC680-ED9D-6E59-0CE0-CD49946C5822}"/>
              </a:ext>
            </a:extLst>
          </p:cNvPr>
          <p:cNvSpPr/>
          <p:nvPr/>
        </p:nvSpPr>
        <p:spPr>
          <a:xfrm>
            <a:off x="10450867" y="3451813"/>
            <a:ext cx="135853" cy="158650"/>
          </a:xfrm>
          <a:custGeom>
            <a:avLst/>
            <a:gdLst>
              <a:gd name="connsiteX0" fmla="*/ 44413 w 135853"/>
              <a:gd name="connsiteY0" fmla="*/ 22907 h 158650"/>
              <a:gd name="connsiteX1" fmla="*/ 105373 w 135853"/>
              <a:gd name="connsiteY1" fmla="*/ 114347 h 158650"/>
              <a:gd name="connsiteX2" fmla="*/ 135853 w 135853"/>
              <a:gd name="connsiteY2" fmla="*/ 134667 h 158650"/>
              <a:gd name="connsiteX3" fmla="*/ 115533 w 135853"/>
              <a:gd name="connsiteY3" fmla="*/ 33067 h 158650"/>
              <a:gd name="connsiteX4" fmla="*/ 95213 w 135853"/>
              <a:gd name="connsiteY4" fmla="*/ 2587 h 158650"/>
              <a:gd name="connsiteX5" fmla="*/ 105373 w 135853"/>
              <a:gd name="connsiteY5" fmla="*/ 63547 h 158650"/>
              <a:gd name="connsiteX6" fmla="*/ 44413 w 135853"/>
              <a:gd name="connsiteY6" fmla="*/ 124507 h 158650"/>
              <a:gd name="connsiteX7" fmla="*/ 3773 w 135853"/>
              <a:gd name="connsiteY7" fmla="*/ 154987 h 158650"/>
              <a:gd name="connsiteX8" fmla="*/ 105373 w 135853"/>
              <a:gd name="connsiteY8" fmla="*/ 114347 h 1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853" h="158650">
                <a:moveTo>
                  <a:pt x="44413" y="22907"/>
                </a:moveTo>
                <a:cubicBezTo>
                  <a:pt x="58924" y="47091"/>
                  <a:pt x="84209" y="93183"/>
                  <a:pt x="105373" y="114347"/>
                </a:cubicBezTo>
                <a:cubicBezTo>
                  <a:pt x="114007" y="122981"/>
                  <a:pt x="125693" y="127894"/>
                  <a:pt x="135853" y="134667"/>
                </a:cubicBezTo>
                <a:cubicBezTo>
                  <a:pt x="129080" y="100800"/>
                  <a:pt x="125690" y="66077"/>
                  <a:pt x="115533" y="33067"/>
                </a:cubicBezTo>
                <a:cubicBezTo>
                  <a:pt x="111942" y="21396"/>
                  <a:pt x="99074" y="-8997"/>
                  <a:pt x="95213" y="2587"/>
                </a:cubicBezTo>
                <a:cubicBezTo>
                  <a:pt x="88699" y="22130"/>
                  <a:pt x="101986" y="43227"/>
                  <a:pt x="105373" y="63547"/>
                </a:cubicBezTo>
                <a:cubicBezTo>
                  <a:pt x="88192" y="149453"/>
                  <a:pt x="115781" y="92788"/>
                  <a:pt x="44413" y="124507"/>
                </a:cubicBezTo>
                <a:cubicBezTo>
                  <a:pt x="28939" y="131384"/>
                  <a:pt x="-12655" y="150880"/>
                  <a:pt x="3773" y="154987"/>
                </a:cubicBezTo>
                <a:cubicBezTo>
                  <a:pt x="58117" y="168573"/>
                  <a:pt x="77732" y="141988"/>
                  <a:pt x="105373" y="1143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" name="Immagine 24" descr="Immagine che contiene testo, Carattere, schermata, Stampa&#10;&#10;Il contenuto generato dall'IA potrebbe non essere corretto.">
            <a:extLst>
              <a:ext uri="{FF2B5EF4-FFF2-40B4-BE49-F238E27FC236}">
                <a16:creationId xmlns:a16="http://schemas.microsoft.com/office/drawing/2014/main" id="{4A060D22-3A70-3F6D-D9EB-E20EF73A6F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26" y="2757448"/>
            <a:ext cx="2285002" cy="3567837"/>
          </a:xfrm>
          <a:prstGeom prst="rect">
            <a:avLst/>
          </a:prstGeom>
        </p:spPr>
      </p:pic>
      <p:sp>
        <p:nvSpPr>
          <p:cNvPr id="26" name="Figura a mano libera: forma 25">
            <a:extLst>
              <a:ext uri="{FF2B5EF4-FFF2-40B4-BE49-F238E27FC236}">
                <a16:creationId xmlns:a16="http://schemas.microsoft.com/office/drawing/2014/main" id="{897306ED-85BC-3E93-9953-5F5153AEFE84}"/>
              </a:ext>
            </a:extLst>
          </p:cNvPr>
          <p:cNvSpPr/>
          <p:nvPr/>
        </p:nvSpPr>
        <p:spPr>
          <a:xfrm>
            <a:off x="2174240" y="5963920"/>
            <a:ext cx="3048000" cy="375920"/>
          </a:xfrm>
          <a:custGeom>
            <a:avLst/>
            <a:gdLst>
              <a:gd name="connsiteX0" fmla="*/ 3048000 w 3048000"/>
              <a:gd name="connsiteY0" fmla="*/ 0 h 375920"/>
              <a:gd name="connsiteX1" fmla="*/ 3027680 w 3048000"/>
              <a:gd name="connsiteY1" fmla="*/ 50800 h 375920"/>
              <a:gd name="connsiteX2" fmla="*/ 2905760 w 3048000"/>
              <a:gd name="connsiteY2" fmla="*/ 172720 h 375920"/>
              <a:gd name="connsiteX3" fmla="*/ 2773680 w 3048000"/>
              <a:gd name="connsiteY3" fmla="*/ 243840 h 375920"/>
              <a:gd name="connsiteX4" fmla="*/ 2722880 w 3048000"/>
              <a:gd name="connsiteY4" fmla="*/ 254000 h 375920"/>
              <a:gd name="connsiteX5" fmla="*/ 2682240 w 3048000"/>
              <a:gd name="connsiteY5" fmla="*/ 274320 h 375920"/>
              <a:gd name="connsiteX6" fmla="*/ 2631440 w 3048000"/>
              <a:gd name="connsiteY6" fmla="*/ 284480 h 375920"/>
              <a:gd name="connsiteX7" fmla="*/ 2479040 w 3048000"/>
              <a:gd name="connsiteY7" fmla="*/ 314960 h 375920"/>
              <a:gd name="connsiteX8" fmla="*/ 2286000 w 3048000"/>
              <a:gd name="connsiteY8" fmla="*/ 345440 h 375920"/>
              <a:gd name="connsiteX9" fmla="*/ 1991360 w 3048000"/>
              <a:gd name="connsiteY9" fmla="*/ 355600 h 375920"/>
              <a:gd name="connsiteX10" fmla="*/ 1778000 w 3048000"/>
              <a:gd name="connsiteY10" fmla="*/ 365760 h 375920"/>
              <a:gd name="connsiteX11" fmla="*/ 1452880 w 3048000"/>
              <a:gd name="connsiteY11" fmla="*/ 375920 h 375920"/>
              <a:gd name="connsiteX12" fmla="*/ 883920 w 3048000"/>
              <a:gd name="connsiteY12" fmla="*/ 355600 h 375920"/>
              <a:gd name="connsiteX13" fmla="*/ 843280 w 3048000"/>
              <a:gd name="connsiteY13" fmla="*/ 345440 h 375920"/>
              <a:gd name="connsiteX14" fmla="*/ 792480 w 3048000"/>
              <a:gd name="connsiteY14" fmla="*/ 335280 h 375920"/>
              <a:gd name="connsiteX15" fmla="*/ 711200 w 3048000"/>
              <a:gd name="connsiteY15" fmla="*/ 304800 h 375920"/>
              <a:gd name="connsiteX16" fmla="*/ 568960 w 3048000"/>
              <a:gd name="connsiteY16" fmla="*/ 254000 h 375920"/>
              <a:gd name="connsiteX17" fmla="*/ 497840 w 3048000"/>
              <a:gd name="connsiteY17" fmla="*/ 223520 h 375920"/>
              <a:gd name="connsiteX18" fmla="*/ 447040 w 3048000"/>
              <a:gd name="connsiteY18" fmla="*/ 193040 h 375920"/>
              <a:gd name="connsiteX19" fmla="*/ 345440 w 3048000"/>
              <a:gd name="connsiteY19" fmla="*/ 162560 h 375920"/>
              <a:gd name="connsiteX20" fmla="*/ 314960 w 3048000"/>
              <a:gd name="connsiteY20" fmla="*/ 142240 h 375920"/>
              <a:gd name="connsiteX21" fmla="*/ 213360 w 3048000"/>
              <a:gd name="connsiteY21" fmla="*/ 111760 h 375920"/>
              <a:gd name="connsiteX22" fmla="*/ 162560 w 3048000"/>
              <a:gd name="connsiteY22" fmla="*/ 81280 h 375920"/>
              <a:gd name="connsiteX23" fmla="*/ 81280 w 3048000"/>
              <a:gd name="connsiteY23" fmla="*/ 60960 h 375920"/>
              <a:gd name="connsiteX24" fmla="*/ 50800 w 3048000"/>
              <a:gd name="connsiteY24" fmla="*/ 40640 h 375920"/>
              <a:gd name="connsiteX25" fmla="*/ 0 w 3048000"/>
              <a:gd name="connsiteY25" fmla="*/ 20320 h 37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048000" h="375920">
                <a:moveTo>
                  <a:pt x="3048000" y="0"/>
                </a:moveTo>
                <a:cubicBezTo>
                  <a:pt x="3041227" y="16933"/>
                  <a:pt x="3037796" y="35625"/>
                  <a:pt x="3027680" y="50800"/>
                </a:cubicBezTo>
                <a:cubicBezTo>
                  <a:pt x="2997864" y="95524"/>
                  <a:pt x="2949741" y="141305"/>
                  <a:pt x="2905760" y="172720"/>
                </a:cubicBezTo>
                <a:cubicBezTo>
                  <a:pt x="2863890" y="202627"/>
                  <a:pt x="2822820" y="229098"/>
                  <a:pt x="2773680" y="243840"/>
                </a:cubicBezTo>
                <a:cubicBezTo>
                  <a:pt x="2757140" y="248802"/>
                  <a:pt x="2739813" y="250613"/>
                  <a:pt x="2722880" y="254000"/>
                </a:cubicBezTo>
                <a:cubicBezTo>
                  <a:pt x="2709333" y="260773"/>
                  <a:pt x="2696608" y="269531"/>
                  <a:pt x="2682240" y="274320"/>
                </a:cubicBezTo>
                <a:cubicBezTo>
                  <a:pt x="2665857" y="279781"/>
                  <a:pt x="2648325" y="280862"/>
                  <a:pt x="2631440" y="284480"/>
                </a:cubicBezTo>
                <a:cubicBezTo>
                  <a:pt x="2378667" y="338646"/>
                  <a:pt x="2663973" y="280285"/>
                  <a:pt x="2479040" y="314960"/>
                </a:cubicBezTo>
                <a:cubicBezTo>
                  <a:pt x="2396578" y="330422"/>
                  <a:pt x="2368070" y="341121"/>
                  <a:pt x="2286000" y="345440"/>
                </a:cubicBezTo>
                <a:cubicBezTo>
                  <a:pt x="2187864" y="350605"/>
                  <a:pt x="2089553" y="351672"/>
                  <a:pt x="1991360" y="355600"/>
                </a:cubicBezTo>
                <a:lnTo>
                  <a:pt x="1778000" y="365760"/>
                </a:lnTo>
                <a:lnTo>
                  <a:pt x="1452880" y="375920"/>
                </a:lnTo>
                <a:cubicBezTo>
                  <a:pt x="1363852" y="373694"/>
                  <a:pt x="1032823" y="370490"/>
                  <a:pt x="883920" y="355600"/>
                </a:cubicBezTo>
                <a:cubicBezTo>
                  <a:pt x="870026" y="354211"/>
                  <a:pt x="856911" y="348469"/>
                  <a:pt x="843280" y="345440"/>
                </a:cubicBezTo>
                <a:cubicBezTo>
                  <a:pt x="826423" y="341694"/>
                  <a:pt x="809413" y="338667"/>
                  <a:pt x="792480" y="335280"/>
                </a:cubicBezTo>
                <a:cubicBezTo>
                  <a:pt x="723662" y="289401"/>
                  <a:pt x="807871" y="339953"/>
                  <a:pt x="711200" y="304800"/>
                </a:cubicBezTo>
                <a:cubicBezTo>
                  <a:pt x="522135" y="236049"/>
                  <a:pt x="799051" y="311523"/>
                  <a:pt x="568960" y="254000"/>
                </a:cubicBezTo>
                <a:cubicBezTo>
                  <a:pt x="486701" y="199161"/>
                  <a:pt x="596252" y="267259"/>
                  <a:pt x="497840" y="223520"/>
                </a:cubicBezTo>
                <a:cubicBezTo>
                  <a:pt x="479795" y="215500"/>
                  <a:pt x="465085" y="201060"/>
                  <a:pt x="447040" y="193040"/>
                </a:cubicBezTo>
                <a:cubicBezTo>
                  <a:pt x="404444" y="174108"/>
                  <a:pt x="390773" y="192782"/>
                  <a:pt x="345440" y="162560"/>
                </a:cubicBezTo>
                <a:cubicBezTo>
                  <a:pt x="335280" y="155787"/>
                  <a:pt x="326118" y="147199"/>
                  <a:pt x="314960" y="142240"/>
                </a:cubicBezTo>
                <a:cubicBezTo>
                  <a:pt x="283157" y="128105"/>
                  <a:pt x="247136" y="120204"/>
                  <a:pt x="213360" y="111760"/>
                </a:cubicBezTo>
                <a:cubicBezTo>
                  <a:pt x="196427" y="101600"/>
                  <a:pt x="180895" y="88614"/>
                  <a:pt x="162560" y="81280"/>
                </a:cubicBezTo>
                <a:cubicBezTo>
                  <a:pt x="104594" y="58094"/>
                  <a:pt x="126074" y="83357"/>
                  <a:pt x="81280" y="60960"/>
                </a:cubicBezTo>
                <a:cubicBezTo>
                  <a:pt x="70358" y="55499"/>
                  <a:pt x="62023" y="45450"/>
                  <a:pt x="50800" y="40640"/>
                </a:cubicBezTo>
                <a:cubicBezTo>
                  <a:pt x="-8638" y="15166"/>
                  <a:pt x="24888" y="45208"/>
                  <a:pt x="0" y="2032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735770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Retrospettivo</vt:lpstr>
      <vt:lpstr>LOW FI PROTOTYPE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Sajmir Buzi - sajmir.buzi@studio.unibo.it</dc:creator>
  <cp:lastModifiedBy>Sajmir Buzi - sajmir.buzi@studio.unibo.it</cp:lastModifiedBy>
  <cp:revision>1</cp:revision>
  <dcterms:created xsi:type="dcterms:W3CDTF">2025-11-18T10:31:21Z</dcterms:created>
  <dcterms:modified xsi:type="dcterms:W3CDTF">2025-11-18T11:20:22Z</dcterms:modified>
</cp:coreProperties>
</file>